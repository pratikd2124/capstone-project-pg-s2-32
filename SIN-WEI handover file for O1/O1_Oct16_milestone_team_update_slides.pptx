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66928"/>
            <a:ext cx="1965960" cy="310896"/>
          </a:xfrm>
          <a:prstGeom prst="rect">
            <a:avLst/>
          </a:prstGeom>
          <a:solidFill>
            <a:srgbClr val="D8F0EF"/>
          </a:solidFill>
          <a:ln>
            <a:solidFill>
              <a:srgbClr val="D8F0E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 Integration Milestone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207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Oct 16 Team Update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86384" y="17556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Compatibility detector integrated before the existing RYA Gamma neural network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90"/>
                </a:solidFill>
              </a:rPr>
              <a:t>Resilient Youth Australia Capstone · PG-S2-32 · Prepared by SIN-WEI SU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0" y="777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8A"/>
                </a:solidFill>
              </a:rPr>
              <a:t>Status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1024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COMPLETE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746"/>
                </a:solidFill>
              </a:rPr>
              <a:t>6 / 6 validation tests passed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09560" y="1965960"/>
            <a:ext cx="333756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23317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818120" y="277063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high-confidence training cases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992124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8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921240" y="27706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threshold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81812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0.000045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18120" y="39410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case prob.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9921240" y="3520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0.9999999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21240" y="39410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case prob.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04672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24A"/>
                </a:solidFill>
              </a:rPr>
              <a:t>Core deliverable: validator → detector → NN/fallback prototype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for Oct 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validated detector to a working integration layer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30552" y="2359152"/>
            <a:ext cx="475488" cy="0"/>
          </a:xfrm>
          <a:prstGeom prst="line">
            <a:avLst/>
          </a:prstGeom>
          <a:noFill/>
          <a:ln w="22860">
            <a:solidFill>
              <a:srgbClr val="9CB4C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59352" y="2359152"/>
            <a:ext cx="475488" cy="0"/>
          </a:xfrm>
          <a:prstGeom prst="line">
            <a:avLst/>
          </a:prstGeom>
          <a:noFill/>
          <a:ln w="22860">
            <a:solidFill>
              <a:srgbClr val="9CB4C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16752" y="2359152"/>
            <a:ext cx="475488" cy="0"/>
          </a:xfrm>
          <a:prstGeom prst="line">
            <a:avLst/>
          </a:prstGeom>
          <a:noFill/>
          <a:ln w="22860">
            <a:solidFill>
              <a:srgbClr val="9CB4C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65592" y="2359152"/>
            <a:ext cx="475488" cy="0"/>
          </a:xfrm>
          <a:prstGeom prst="line">
            <a:avLst/>
          </a:prstGeom>
          <a:noFill/>
          <a:ln w="22860">
            <a:solidFill>
              <a:srgbClr val="9CB4C3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920240"/>
            <a:ext cx="1417320" cy="310896"/>
          </a:xfrm>
          <a:prstGeom prst="rect">
            <a:avLst/>
          </a:prstGeom>
          <a:solidFill>
            <a:srgbClr val="E7F1F6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RYA case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85800" y="2331720"/>
            <a:ext cx="14173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x/y counts + P matrix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14600" y="1920240"/>
            <a:ext cx="1417320" cy="310896"/>
          </a:xfrm>
          <a:prstGeom prst="rect">
            <a:avLst/>
          </a:prstGeom>
          <a:solidFill>
            <a:srgbClr val="E7F1F6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validation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514600" y="2331720"/>
            <a:ext cx="14173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shape, counts, P checks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1920240"/>
            <a:ext cx="1417320" cy="310896"/>
          </a:xfrm>
          <a:prstGeom prst="rect">
            <a:avLst/>
          </a:prstGeom>
          <a:solidFill>
            <a:srgbClr val="D8F0E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 detector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14173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 screening features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20840" y="1920240"/>
            <a:ext cx="1417320" cy="310896"/>
          </a:xfrm>
          <a:prstGeom prst="rect">
            <a:avLst/>
          </a:prstGeom>
          <a:solidFill>
            <a:srgbClr val="E7F1F6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720840" y="2331720"/>
            <a:ext cx="14173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0.10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06840" y="1920240"/>
            <a:ext cx="1417320" cy="310896"/>
          </a:xfrm>
          <a:prstGeom prst="rect">
            <a:avLst/>
          </a:prstGeom>
          <a:solidFill>
            <a:srgbClr val="E7F1F6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9006840" y="2331720"/>
            <a:ext cx="141732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NN or fallback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46920" y="2944368"/>
            <a:ext cx="-914400" cy="685800"/>
          </a:xfrm>
          <a:prstGeom prst="line">
            <a:avLst/>
          </a:prstGeom>
          <a:noFill/>
          <a:ln w="2794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46920" y="2944368"/>
            <a:ext cx="914400" cy="685800"/>
          </a:xfrm>
          <a:prstGeom prst="line">
            <a:avLst/>
          </a:prstGeom>
          <a:noFill/>
          <a:ln w="27940">
            <a:solidFill>
              <a:srgbClr val="E28B35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35240" y="3730752"/>
            <a:ext cx="1920240" cy="658368"/>
          </a:xfrm>
          <a:prstGeom prst="rect">
            <a:avLst/>
          </a:prstGeom>
          <a:solidFill>
            <a:srgbClr val="ECF6EC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use_gamma_nn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40-feature ONNX path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012680" y="3730752"/>
            <a:ext cx="1828800" cy="658368"/>
          </a:xfrm>
          <a:prstGeom prst="rect">
            <a:avLst/>
          </a:prstGeom>
          <a:solidFill>
            <a:srgbClr val="FFF0D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8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fallback_required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28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NN bypassed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PRINCIPLE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" y="5257800"/>
            <a:ext cx="1051560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detector does not replace or retrain the RYA neural network. It sits before the NN and decides whether the NN should be trusted for this input.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RYA NN reproduced first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verified the downstream model before adding the detector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10896" cy="310896"/>
          </a:xfrm>
          <a:prstGeom prst="rect">
            <a:avLst/>
          </a:prstGeom>
          <a:solidFill>
            <a:srgbClr val="12324A"/>
          </a:solidFill>
          <a:ln>
            <a:solidFill>
              <a:srgbClr val="12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39903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40-feature RYA input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EXP002 metadata confirmed feature order and min/max scaling.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310896" cy="310896"/>
          </a:xfrm>
          <a:prstGeom prst="rect">
            <a:avLst/>
          </a:prstGeom>
          <a:solidFill>
            <a:srgbClr val="12324A"/>
          </a:solidFill>
          <a:ln>
            <a:solidFill>
              <a:srgbClr val="12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4963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ONNX model called directly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88720" y="278892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input.1 shape [40], output shape [2].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310896" cy="310896"/>
          </a:xfrm>
          <a:prstGeom prst="rect">
            <a:avLst/>
          </a:prstGeom>
          <a:solidFill>
            <a:srgbClr val="12324A"/>
          </a:solidFill>
          <a:ln>
            <a:solidFill>
              <a:srgbClr val="1232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59359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reverse-normalised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Gamma shape and rate on the original scale.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760720" y="1298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8A"/>
                </a:solidFill>
              </a:rPr>
              <a:t>ry9 example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1682496"/>
            <a:ext cx="3017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x = [40, 52, 7, 14]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746"/>
                </a:solidFill>
              </a:rPr>
              <a:t>y = [9, 17, 54, 12]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9.9705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60720" y="3182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shape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22960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20.9264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29600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 rate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74920" y="1325880"/>
            <a:ext cx="0" cy="4480560"/>
          </a:xfrm>
          <a:prstGeom prst="line">
            <a:avLst/>
          </a:prstGeom>
          <a:noFill/>
          <a:ln w="13970">
            <a:solidFill>
              <a:srgbClr val="D7E3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846320"/>
            <a:ext cx="5394960" cy="585216"/>
          </a:xfrm>
          <a:prstGeom prst="rect">
            <a:avLst/>
          </a:prstGeom>
          <a:solidFill>
            <a:srgbClr val="F3FAF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Checkpoint: the unchanged RYA Gamma NN can be called successfully from the integration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Detector packaged for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O1 detector uses the verified 54-feature screening path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cases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432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compatible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5720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8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incompatible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detector features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2753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8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75320" y="1856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68680" y="2816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VERIFICATION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3127248"/>
            <a:ext cx="52120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production screening wrapper was checked against 100 historical training rows.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3611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max difference = 3.55e-15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746"/>
                </a:solidFill>
              </a:rPr>
              <a:t>0 cases above 1e-10 tolerance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675120" y="2816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ARTIFACTS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0" y="3127248"/>
            <a:ext cx="4709160" cy="859536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O1_07_compatibility_detector_v1.joblib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O1_07_compatibility_detector_v1_metadata.json</a:t>
            </a: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O1_07_integration_validation_results.csv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10515600" cy="457200"/>
          </a:xfrm>
          <a:prstGeom prst="rect">
            <a:avLst/>
          </a:prstGeom>
          <a:solidFill>
            <a:srgbClr val="F3FAF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feature order was saved with the model to prevent training/inference mismatch.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Both routing branches now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cases continue to the NN; high-risk cases are intercepted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Safe route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8790"/>
                </a:solidFill>
              </a:rPr>
              <a:t>ry9 example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212848"/>
            <a:ext cx="2011680" cy="749808"/>
          </a:xfrm>
          <a:prstGeom prst="rect">
            <a:avLst/>
          </a:prstGeom>
          <a:solidFill>
            <a:srgbClr val="ECF6EC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0.000045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3840480" cy="640080"/>
          </a:xfrm>
          <a:prstGeom prst="rect">
            <a:avLst/>
          </a:prstGeom>
          <a:solidFill>
            <a:srgbClr val="F7FBF7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route: use_gamma_nn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9.9705 · rate 20.9264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989320" y="1261872"/>
            <a:ext cx="0" cy="416052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8B35"/>
                </a:solidFill>
              </a:rPr>
              <a:t>Fallback route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8790"/>
                </a:solidFill>
              </a:rPr>
              <a:t>ry24 high-risk case: nX=6, nY=5215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29400" y="2212848"/>
            <a:ext cx="2148840" cy="749808"/>
          </a:xfrm>
          <a:prstGeom prst="rect">
            <a:avLst/>
          </a:prstGeom>
          <a:solidFill>
            <a:srgbClr val="FFF0D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8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28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0.9999999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3931920" cy="640080"/>
          </a:xfrm>
          <a:prstGeom prst="rect">
            <a:avLst/>
          </a:prstGeom>
          <a:solidFill>
            <a:srgbClr val="FFF8F0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route: fallback_required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shape/rate not returned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solidFill>
            <a:srgbClr val="F3FAF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behaviour: the new layer preserves existing NN inference for safe cases and bypasses the NN for high-risk cases.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Integration validation suite passed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regression test covers valid and invalid inputs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/ 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passed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6868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failed tests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3258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1325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safe_ry9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355080" y="1325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use_gamma_nn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3657600" y="18562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77640" y="18562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incompatible_ry24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355080" y="18562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fallback_required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3657600" y="23865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77640" y="23865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negative_count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355080" y="238658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invalid_input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3657600" y="29169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77640" y="29169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zero_total_group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355080" y="29169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invalid_input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657600" y="3447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447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invalid_P_shape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355080" y="34472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invalid_input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3657600" y="39776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77640" y="39776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2324A"/>
                </a:solidFill>
              </a:rPr>
              <a:t>invalid_P_row_sums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243746"/>
                </a:solidFill>
              </a:rPr>
              <a:t>invalid_input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3246120" y="1234440"/>
            <a:ext cx="0" cy="3474720"/>
          </a:xfrm>
          <a:prstGeom prst="line">
            <a:avLst/>
          </a:prstGeom>
          <a:noFill/>
          <a:ln w="13970">
            <a:solidFill>
              <a:srgbClr val="D7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13258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P-MATRIX POLICY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58200" y="1691640"/>
            <a:ext cx="2834640" cy="1143000"/>
          </a:xfrm>
          <a:prstGeom prst="rect">
            <a:avLst/>
          </a:prstGeom>
          <a:solidFill>
            <a:srgbClr val="F4F6F7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row-sum deviations from rounded probabilities are accepted with a warning. The original P matrix is kept unchanged.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8458200" y="3246120"/>
            <a:ext cx="2834640" cy="676656"/>
          </a:xfrm>
          <a:prstGeom prst="rect">
            <a:avLst/>
          </a:prstGeom>
          <a:solidFill>
            <a:srgbClr val="F3FAF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avoids silently changing the existing RYA NN input.</a:t>
            </a:r>
            <a:endParaRPr lang="en-US" sz="12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remains before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integration prototype is complete, but interface choices need confirmation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5240">
            <a:solidFill>
              <a:srgbClr val="D7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PG-S2-32 | RYA Capstone | O1 Oct 16 Integration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84280" y="647395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WITH RYA / TEAM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1965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P-matrix source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803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question-level vs instance-specific matrix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868680" y="2386584"/>
            <a:ext cx="1965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contract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0360" y="2386584"/>
            <a:ext cx="3749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object/function consumes fallback_required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68680" y="3081528"/>
            <a:ext cx="1965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Row-sum tolerance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warnings up to 0.02 or another rule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7040880" y="13258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8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ACTIONS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040880" y="1700784"/>
            <a:ext cx="256032" cy="256032"/>
          </a:xfrm>
          <a:prstGeom prst="rect">
            <a:avLst/>
          </a:prstGeom>
          <a:solidFill>
            <a:srgbClr val="0E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88352" y="1691640"/>
            <a:ext cx="37947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O1-07 as current baseline.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40880" y="2203704"/>
            <a:ext cx="256032" cy="256032"/>
          </a:xfrm>
          <a:prstGeom prst="rect">
            <a:avLst/>
          </a:prstGeom>
          <a:solidFill>
            <a:srgbClr val="0E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88352" y="2194560"/>
            <a:ext cx="37947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report/slides with team and RYA contacts.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040880" y="2706624"/>
            <a:ext cx="256032" cy="256032"/>
          </a:xfrm>
          <a:prstGeom prst="rect">
            <a:avLst/>
          </a:prstGeom>
          <a:solidFill>
            <a:srgbClr val="0E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88352" y="2697480"/>
            <a:ext cx="37947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interface with fallback/frontend work.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3209544"/>
            <a:ext cx="256032" cy="256032"/>
          </a:xfrm>
          <a:prstGeom prst="rect">
            <a:avLst/>
          </a:prstGeom>
          <a:solidFill>
            <a:srgbClr val="0E8A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88352" y="3200400"/>
            <a:ext cx="37947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243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packaging once live interface is confirmed.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8A"/>
                </a:solidFill>
              </a:rPr>
              <a:t>Bottom 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5468112"/>
            <a:ext cx="10515600" cy="475488"/>
          </a:xfrm>
          <a:prstGeom prst="rect">
            <a:avLst/>
          </a:prstGeom>
          <a:solidFill>
            <a:srgbClr val="F3FAFA"/>
          </a:solidFill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16 technical milestone is complete: validator → detector → NN/fallback works and passes the integration test suite.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RYA Capstone PG-S2-32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O1 Oct 16 Milestone Team Update</dc:title>
  <dc:subject>O1 Oct 16 Integration Milestone</dc:subject>
  <dc:creator>OpenAI</dc:creator>
  <cp:lastModifiedBy>OpenAI</cp:lastModifiedBy>
  <cp:revision>1</cp:revision>
  <dcterms:created xsi:type="dcterms:W3CDTF">2026-10-13T06:32:48Z</dcterms:created>
  <dcterms:modified xsi:type="dcterms:W3CDTF">2026-10-13T06:32:48Z</dcterms:modified>
</cp:coreProperties>
</file>